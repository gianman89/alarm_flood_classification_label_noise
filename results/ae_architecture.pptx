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04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2838A-6EBC-5F90-99E5-85F1C636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D201A3-884B-C17D-0A96-4E6A76FC5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33BA01-73DD-DD13-BC62-04EC79C4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224A0C-1B56-315C-D627-C897A7BE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F05382-CD4A-A612-C09B-E85FB376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70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ADBFE-00D2-D8AF-1893-24ACC09F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D9B96-FA56-6378-1667-361CFBDD4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1A7896-A647-E3AF-A7BC-B7B504A2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4E252-4FC6-692B-4D12-E597B4E6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8FA830-D9D7-4392-3333-8A68CE06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75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EAD42-4FB6-BC72-58F7-A7906415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6551F0-CBA4-FBD6-E741-4EC51858B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E45508-8E5B-2285-B93B-6AA74961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A8359C-67E4-53F3-8F2E-D063D0E8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F66F7F-3D00-BE43-B797-9F31DCF8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7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61513-9689-F023-5723-075A1FB8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468057-1B5A-15BB-86FA-AC41C0FB3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540E6F-E568-0ACC-7E71-84C925C23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C33E33-1F0E-C6D8-BA73-FF92A785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67BCC7-2472-12C4-E830-DF26D6CA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0DD80B-1F8C-BAA8-8C47-EC70B619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845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F9BD5E-841C-6F71-7ACF-8115FFA9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C2CD36-6D6A-3C05-8872-63FC3D761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C72BC4-7E0C-7F50-8D3E-74F192C18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DE16A4-42FC-AF30-D9F1-2CF62FCE4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EDEA2D-B95A-239B-7AE5-EDEF19488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39CE88-175A-50DD-0C35-BD55DF37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85A589-7FAB-3A41-08E8-1E338340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F33A1F3-C362-DADE-C5D9-053093A8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16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A7011-E3AC-9362-BDB1-286FAE25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5F8C2A1-E15E-9D98-5058-463A28E9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EAFE09-9603-9064-16D7-0E2F206F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5229B3-C505-1DE1-CDCE-D47B859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56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85E8BB-5AAC-EB3F-264F-1C396C1E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5D5BEC-15A1-508D-5CF0-1AFBDEB8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BD0285-2B0B-6771-75EE-359D0ABD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60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49889-23E4-680B-480F-9D667C4D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8FB51F-7DE4-C22B-12B3-6AD556F3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FD6D75-8A6E-A7AD-F74C-0B6366344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E7441D-6BB3-6F81-E906-569193E2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174C81-6E01-76DD-8088-26FFB143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F19B66-AE0F-8415-8125-4A26EA53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1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B7D41-E8BF-46A6-379B-48E3F8AF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F97BD0-F010-6799-9667-E58119278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5AF84E-5BCC-2622-37E6-AF5A66E8B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AEDEB0-585D-E6C6-8484-B2722793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719FBF-98FA-7237-B97F-2B9B044D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5FBD67-59DE-F876-BBA4-AD247A89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51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828E82-101F-250D-D4C8-61CECE6D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497CF1-DE07-FD03-BBFB-477129E1C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1387EE-9580-86D0-EF38-44607462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88ED8-D2F4-E4E4-86CE-2C0D31F7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CB53D6-DEF0-B0A9-546E-1CFF8FEC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9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39C3C-A919-8A19-F5CA-C99962914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0FD968-D06B-73B5-AC93-E97496165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329798-963E-F762-DE0B-E9AE303A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44CB2B-D18C-AF7A-6441-7BE0B72C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CE6F0B-2248-690D-9CA0-5BA0B32A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35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D692B3-C0F9-2960-B94C-D725453B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AFC28B-FFBA-DA1B-BFCA-5A994BBA7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F031F4-1A0D-F5BC-59B2-040AA8670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DC1B8-D21F-4C0A-9C18-EAB3B40994AD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643F1-8E64-B5AB-D963-A963603DD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403505-FDE4-812C-3133-5ACFA58DE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8E3CA-D184-4895-8165-78052DAE3A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71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C06693F-E34E-8C34-6B69-89251837E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7"/>
          <a:stretch>
            <a:fillRect/>
          </a:stretch>
        </p:blipFill>
        <p:spPr>
          <a:xfrm>
            <a:off x="1395412" y="1619250"/>
            <a:ext cx="9401175" cy="3310890"/>
          </a:xfrm>
          <a:prstGeom prst="rect">
            <a:avLst/>
          </a:prstGeom>
        </p:spPr>
      </p:pic>
      <p:sp>
        <p:nvSpPr>
          <p:cNvPr id="6" name="Geschweifte Klammer links 5">
            <a:extLst>
              <a:ext uri="{FF2B5EF4-FFF2-40B4-BE49-F238E27FC236}">
                <a16:creationId xmlns:a16="http://schemas.microsoft.com/office/drawing/2014/main" id="{501E36C2-6778-17B1-FE04-83B4795CD215}"/>
              </a:ext>
            </a:extLst>
          </p:cNvPr>
          <p:cNvSpPr/>
          <p:nvPr/>
        </p:nvSpPr>
        <p:spPr>
          <a:xfrm rot="16200000">
            <a:off x="5580402" y="4933746"/>
            <a:ext cx="400104" cy="448213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19FB270F-C24C-7B15-8795-9B82F31E8B9D}"/>
              </a:ext>
            </a:extLst>
          </p:cNvPr>
          <p:cNvSpPr/>
          <p:nvPr/>
        </p:nvSpPr>
        <p:spPr>
          <a:xfrm rot="16200000">
            <a:off x="3490926" y="3405102"/>
            <a:ext cx="400104" cy="3505501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4E5BBE15-FEF4-B9D6-8170-04EC41A3081C}"/>
              </a:ext>
            </a:extLst>
          </p:cNvPr>
          <p:cNvSpPr/>
          <p:nvPr/>
        </p:nvSpPr>
        <p:spPr>
          <a:xfrm rot="16200000">
            <a:off x="7700364" y="3353436"/>
            <a:ext cx="400104" cy="3608833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E7139A9-9A8F-BE8C-B055-C0711A23DB83}"/>
              </a:ext>
            </a:extLst>
          </p:cNvPr>
          <p:cNvSpPr txBox="1"/>
          <p:nvPr/>
        </p:nvSpPr>
        <p:spPr>
          <a:xfrm>
            <a:off x="3291920" y="53229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9E6ED09-F44C-A071-B79C-FA5ECA1DD908}"/>
              </a:ext>
            </a:extLst>
          </p:cNvPr>
          <p:cNvSpPr txBox="1"/>
          <p:nvPr/>
        </p:nvSpPr>
        <p:spPr>
          <a:xfrm>
            <a:off x="7503898" y="5322901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0B5B76-908B-ECF3-242A-E8EE6FC5C9A9}"/>
              </a:ext>
            </a:extLst>
          </p:cNvPr>
          <p:cNvSpPr txBox="1"/>
          <p:nvPr/>
        </p:nvSpPr>
        <p:spPr>
          <a:xfrm>
            <a:off x="5127398" y="5322901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noProof="0" dirty="0">
                <a:latin typeface="Arial" panose="020B0604020202020204" pitchFamily="34" charset="0"/>
                <a:cs typeface="Arial" panose="020B0604020202020204" pitchFamily="34" charset="0"/>
              </a:rPr>
              <a:t>Latent</a:t>
            </a:r>
          </a:p>
          <a:p>
            <a:pPr algn="ctr"/>
            <a:r>
              <a:rPr lang="en-US" sz="12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8E5EB2D-10F6-E525-DC01-996A43E89145}"/>
              </a:ext>
            </a:extLst>
          </p:cNvPr>
          <p:cNvSpPr txBox="1"/>
          <p:nvPr/>
        </p:nvSpPr>
        <p:spPr>
          <a:xfrm>
            <a:off x="1331760" y="1157585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(50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x60x1)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4CE008A-9149-7A43-EE74-EF9D5AE12549}"/>
              </a:ext>
            </a:extLst>
          </p:cNvPr>
          <p:cNvSpPr txBox="1"/>
          <p:nvPr/>
        </p:nvSpPr>
        <p:spPr>
          <a:xfrm>
            <a:off x="2222744" y="4063030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(25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x30x32)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867C691-2670-8FE7-DD3E-A9B6348A68BD}"/>
              </a:ext>
            </a:extLst>
          </p:cNvPr>
          <p:cNvSpPr txBox="1"/>
          <p:nvPr/>
        </p:nvSpPr>
        <p:spPr>
          <a:xfrm>
            <a:off x="2589504" y="1854076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(13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x15x64)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1C88EE8-29E2-FFF3-DE23-6C0DF6C8DE37}"/>
              </a:ext>
            </a:extLst>
          </p:cNvPr>
          <p:cNvSpPr txBox="1"/>
          <p:nvPr/>
        </p:nvSpPr>
        <p:spPr>
          <a:xfrm>
            <a:off x="4027299" y="2021955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(7x8x128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D6AA60F-100A-B32A-3323-0DEFE609048B}"/>
              </a:ext>
            </a:extLst>
          </p:cNvPr>
          <p:cNvSpPr txBox="1"/>
          <p:nvPr/>
        </p:nvSpPr>
        <p:spPr>
          <a:xfrm>
            <a:off x="5394530" y="3724922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Latent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(4x4x32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72ABB9E-E78E-D0D0-06FB-BD49D2CA03B1}"/>
              </a:ext>
            </a:extLst>
          </p:cNvPr>
          <p:cNvSpPr txBox="1"/>
          <p:nvPr/>
        </p:nvSpPr>
        <p:spPr>
          <a:xfrm>
            <a:off x="7961161" y="1803276"/>
            <a:ext cx="11112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Transposed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(16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x16x64)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3D87B18-EA15-A2BD-874E-82EF373D8575}"/>
              </a:ext>
            </a:extLst>
          </p:cNvPr>
          <p:cNvSpPr txBox="1"/>
          <p:nvPr/>
        </p:nvSpPr>
        <p:spPr>
          <a:xfrm>
            <a:off x="6523399" y="2021955"/>
            <a:ext cx="11112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Transposed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(8x8x128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910DAC1-688A-48C8-E181-9B357042B95E}"/>
              </a:ext>
            </a:extLst>
          </p:cNvPr>
          <p:cNvSpPr txBox="1"/>
          <p:nvPr/>
        </p:nvSpPr>
        <p:spPr>
          <a:xfrm>
            <a:off x="7936005" y="4063029"/>
            <a:ext cx="11112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Transposed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(32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x32x32)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11BED66-F210-BED5-1AC2-D15D5374219F}"/>
              </a:ext>
            </a:extLst>
          </p:cNvPr>
          <p:cNvSpPr txBox="1"/>
          <p:nvPr/>
        </p:nvSpPr>
        <p:spPr>
          <a:xfrm>
            <a:off x="8872650" y="935502"/>
            <a:ext cx="11112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Transposed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Convolutional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(64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x64x1)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B113403-F374-3CBB-BA2E-49620E22A616}"/>
              </a:ext>
            </a:extLst>
          </p:cNvPr>
          <p:cNvSpPr txBox="1"/>
          <p:nvPr/>
        </p:nvSpPr>
        <p:spPr>
          <a:xfrm>
            <a:off x="10363615" y="690893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(64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x64x1)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F4D3774-9481-D0F4-8962-7FF5D16933D4}"/>
              </a:ext>
            </a:extLst>
          </p:cNvPr>
          <p:cNvSpPr txBox="1"/>
          <p:nvPr/>
        </p:nvSpPr>
        <p:spPr>
          <a:xfrm>
            <a:off x="10820656" y="162453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(50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x60x1)</a:t>
            </a:r>
            <a:endParaRPr lang="en-US" sz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90A524C-7617-D301-B460-A746AB20011D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808013" y="1619250"/>
            <a:ext cx="184617" cy="23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F987D2C-BC48-81AB-8B20-E4202A01A4B6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2663687" y="3776870"/>
            <a:ext cx="114658" cy="286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1E38F837-2795-7C0B-BCA2-3CC855CEAB6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3149914" y="2500407"/>
            <a:ext cx="0" cy="3239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A02AC6D1-9F16-990A-2B36-EB6AD02A5C73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587709" y="2668286"/>
            <a:ext cx="0" cy="3233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26EF663-0901-C9C2-7262-2029C4C958A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785022" y="3432048"/>
            <a:ext cx="0" cy="292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84648A4-CECA-8944-49F1-6FAD71B070F4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79000" y="2852952"/>
            <a:ext cx="1" cy="1393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59CAC5C-B982-099B-698E-848F5CB4F3D2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516761" y="2634273"/>
            <a:ext cx="2" cy="1393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1C0B097B-0560-2C93-6E9E-4901C827509C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491607" y="3804170"/>
            <a:ext cx="300091" cy="2588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0E39EBDE-0ABC-2CCA-C384-CB6B31C86105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9428252" y="1766499"/>
            <a:ext cx="203428" cy="1649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937B0179-9C75-5FD9-EF17-1C45EA09A756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10525760" y="1337224"/>
            <a:ext cx="270827" cy="2446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F571DF23-7B08-B349-99E0-9E35B9E683F9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10735626" y="2270861"/>
            <a:ext cx="518002" cy="340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377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Breitbild</PresentationFormat>
  <Paragraphs>40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Gianluca Manca</dc:creator>
  <cp:lastModifiedBy>Gianluca Manca</cp:lastModifiedBy>
  <cp:revision>22</cp:revision>
  <dcterms:created xsi:type="dcterms:W3CDTF">2025-11-16T22:37:39Z</dcterms:created>
  <dcterms:modified xsi:type="dcterms:W3CDTF">2025-11-16T23:10:31Z</dcterms:modified>
</cp:coreProperties>
</file>