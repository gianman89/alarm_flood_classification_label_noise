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506" y="1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62838A-6EBC-5F90-99E5-85F1C6369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D201A3-884B-C17D-0A96-4E6A76FC5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33BA01-73DD-DD13-BC62-04EC79C47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224A0C-1B56-315C-D627-C897A7BE7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F05382-CD4A-A612-C09B-E85FB376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2705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DADBFE-00D2-D8AF-1893-24ACC09FE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8D9B96-FA56-6378-1667-361CFBDD4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1A7896-A647-E3AF-A7BC-B7B504A2F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E4E252-4FC6-692B-4D12-E597B4E6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8FA830-D9D7-4392-3333-8A68CE064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275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2EAD42-4FB6-BC72-58F7-A79064151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6551F0-CBA4-FBD6-E741-4EC51858B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E45508-8E5B-2285-B93B-6AA74961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A8359C-67E4-53F3-8F2E-D063D0E8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F66F7F-3D00-BE43-B797-9F31DCF8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07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361513-9689-F023-5723-075A1FB8B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468057-1B5A-15BB-86FA-AC41C0FB3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540E6F-E568-0ACC-7E71-84C925C23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7C33E33-1F0E-C6D8-BA73-FF92A785C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67BCC7-2472-12C4-E830-DF26D6CA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0DD80B-1F8C-BAA8-8C47-EC70B619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845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F9BD5E-841C-6F71-7ACF-8115FFA9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C2CD36-6D6A-3C05-8872-63FC3D761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C72BC4-7E0C-7F50-8D3E-74F192C18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DE16A4-42FC-AF30-D9F1-2CF62FCE40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EDEA2D-B95A-239B-7AE5-EDEF19488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F39CE88-175A-50DD-0C35-BD55DF37C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985A589-7FAB-3A41-08E8-1E338340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F33A1F3-C362-DADE-C5D9-053093A8D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5165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7A7011-E3AC-9362-BDB1-286FAE256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5F8C2A1-E15E-9D98-5058-463A28E91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EAFE09-9603-9064-16D7-0E2F206F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5229B3-C505-1DE1-CDCE-D47B859C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561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B85E8BB-5AAC-EB3F-264F-1C396C1E3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95D5BEC-15A1-508D-5CF0-1AFBDEB8D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BD0285-2B0B-6771-75EE-359D0ABD6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6608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749889-23E4-680B-480F-9D667C4D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8FB51F-7DE4-C22B-12B3-6AD556F31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FD6D75-8A6E-A7AD-F74C-0B6366344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E7441D-6BB3-6F81-E906-569193E2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2174C81-6E01-76DD-8088-26FFB1432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F19B66-AE0F-8415-8125-4A26EA53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17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AB7D41-E8BF-46A6-379B-48E3F8AFE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F97BD0-F010-6799-9667-E581192785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5AF84E-5BCC-2622-37E6-AF5A66E8B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AEDEB0-585D-E6C6-8484-B27227937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719FBF-98FA-7237-B97F-2B9B044D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5FBD67-59DE-F876-BBA4-AD247A89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251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828E82-101F-250D-D4C8-61CECE6DA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2497CF1-DE07-FD03-BBFB-477129E1C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1387EE-9580-86D0-EF38-44607462A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088ED8-D2F4-E4E4-86CE-2C0D31F73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CB53D6-DEF0-B0A9-546E-1CFF8FEC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9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39C3C-A919-8A19-F5CA-C99962914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0FD968-D06B-73B5-AC93-E97496165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329798-963E-F762-DE0B-E9AE303A0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44CB2B-D18C-AF7A-6441-7BE0B72C8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CE6F0B-2248-690D-9CA0-5BA0B32A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35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0D692B3-C0F9-2960-B94C-D725453B2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AFC28B-FFBA-DA1B-BFCA-5A994BBA7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F031F4-1A0D-F5BC-59B2-040AA8670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DC1B8-D21F-4C0A-9C18-EAB3B40994AD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2643F1-8E64-B5AB-D963-A963603DD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403505-FDE4-812C-3133-5ACFA58DE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71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92B893C-38EC-5C1A-63BE-7081881C4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6002216" cy="371812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7EF97E0-7329-98A9-106D-9F28F1AACB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4769" y="0"/>
            <a:ext cx="6002216" cy="3718121"/>
          </a:xfrm>
          <a:prstGeom prst="rect">
            <a:avLst/>
          </a:prstGeom>
        </p:spPr>
      </p:pic>
      <p:sp>
        <p:nvSpPr>
          <p:cNvPr id="550" name="Textfeld 549">
            <a:extLst>
              <a:ext uri="{FF2B5EF4-FFF2-40B4-BE49-F238E27FC236}">
                <a16:creationId xmlns:a16="http://schemas.microsoft.com/office/drawing/2014/main" id="{A2992CCA-50B7-408F-5AF7-6380E96D3853}"/>
              </a:ext>
            </a:extLst>
          </p:cNvPr>
          <p:cNvSpPr txBox="1"/>
          <p:nvPr/>
        </p:nvSpPr>
        <p:spPr>
          <a:xfrm>
            <a:off x="2925758" y="3679209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sz="12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1" name="Textfeld 550">
            <a:extLst>
              <a:ext uri="{FF2B5EF4-FFF2-40B4-BE49-F238E27FC236}">
                <a16:creationId xmlns:a16="http://schemas.microsoft.com/office/drawing/2014/main" id="{6488644C-2879-34F1-8B7D-27AD696337E1}"/>
              </a:ext>
            </a:extLst>
          </p:cNvPr>
          <p:cNvSpPr txBox="1"/>
          <p:nvPr/>
        </p:nvSpPr>
        <p:spPr>
          <a:xfrm>
            <a:off x="9089861" y="3679209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sz="12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377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Gianluca Manca</dc:creator>
  <cp:lastModifiedBy>Gianluca Manca</cp:lastModifiedBy>
  <cp:revision>24</cp:revision>
  <dcterms:created xsi:type="dcterms:W3CDTF">2025-11-16T22:37:39Z</dcterms:created>
  <dcterms:modified xsi:type="dcterms:W3CDTF">2025-11-19T08:15:20Z</dcterms:modified>
</cp:coreProperties>
</file>